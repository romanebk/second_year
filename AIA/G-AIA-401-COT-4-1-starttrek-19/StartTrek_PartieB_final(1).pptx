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3460">
              <a:alpha val="8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G-AIA-401 — Start Trek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Reinforcement Learning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16459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9456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Lunar Lander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48640" y="2423160"/>
            <a:ext cx="10972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6060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Partie B — Agent DQN + Q-Learning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Idvaresse HOUNYE  •  Karyl SOUMAILA  •  Shanya ONILOUDE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6177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B5563"/>
                </a:solidFill>
              </a:rPr>
              <a:t>Epitech — BCH PROMO 2029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SOMMAIRE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54864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Définition du problème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261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Environnement · objectif · états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828800"/>
            <a:ext cx="54864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Concepts RL de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MDP · Bellman · Q-value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743200"/>
            <a:ext cx="54864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816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Agent Q-Learning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7280" y="3090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Table Q · discrétisation · limites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657600"/>
            <a:ext cx="54864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3730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7307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Agent DQN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7280" y="40050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Réseau MLP · replay buffer · target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9144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914400"/>
            <a:ext cx="54864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9875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486400" y="9875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Résultats &amp; Comparaison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0" y="12618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Courbes · seeds · objectif atteint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18288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828800"/>
            <a:ext cx="54864" cy="68580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1901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3460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486400" y="1901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Ingénierie du projet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21762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YAML · tests · reproductibilité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46320" y="2743200"/>
            <a:ext cx="41148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743200"/>
            <a:ext cx="54864" cy="6858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28163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4560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0" y="28163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Limites &amp; Améliorations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86400" y="309067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Ce qui n'a pas marché · next steps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— LE PROBLÈME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Définition du Problème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La situation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4447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On veut envoyer un module lunaire se poser sur la Lune sans pilote humain.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94360" y="18470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Le module doit apprendre à corriger sa trajectoire par lui-même.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22494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→ On utilise un simulateur (Gymnasium LunarLander-v3) : l'agent apprend par essais et erreurs.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État du module (8 valeurs)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444752"/>
            <a:ext cx="82296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44475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x, 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623560" y="146304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position horizontale &amp; verticale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09160" y="1764792"/>
            <a:ext cx="82296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7647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vx, vy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5623560" y="178308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vitesse horizontale &amp; verticale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2084832"/>
            <a:ext cx="82296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9160" y="208483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θ, ω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23560" y="210312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angle et vitesse angulaire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709160" y="2404872"/>
            <a:ext cx="822960" cy="23774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240487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leg_l, leg_r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623560" y="2423160"/>
            <a:ext cx="2834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contact des jambes (0 ou 1)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71800"/>
            <a:ext cx="8138160" cy="502920"/>
          </a:xfrm>
          <a:prstGeom prst="rect">
            <a:avLst/>
          </a:prstGeom>
          <a:solidFill>
            <a:srgbClr val="EFF6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175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3460"/>
                </a:solidFill>
              </a:rPr>
              <a:t>Objectif : Score moyen ≥ +200 sur 100 épisodes consécutifs — vérifié sur 5 seeds indépendants avec IC 95%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01 — LE PROBLÈME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Reward et Actions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Les 4 actions possibles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1481328"/>
            <a:ext cx="292608" cy="29260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4813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150876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Ne rien faire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1920240"/>
            <a:ext cx="292608" cy="29260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194767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Propulseur gauche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359152"/>
            <a:ext cx="292608" cy="29260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3591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23865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Moteur principal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798064"/>
            <a:ext cx="292608" cy="292608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05840" y="28254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Propulseur droit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L'épisode se termine quand : le module atterrit (terminated), crashe (terminated), ou dépasse 1000 steps (truncated)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72000" y="1005840"/>
            <a:ext cx="402336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091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Le système de récompenses (reward)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1463040"/>
            <a:ext cx="9144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+100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760720" y="149047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Atterrissage réussi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09160" y="1874520"/>
            <a:ext cx="9144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874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+10/+5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760720" y="190195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Contact d'une jambe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2286000"/>
            <a:ext cx="914400" cy="2743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+200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760720" y="231343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Proche du pad, stable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09160" y="2697480"/>
            <a:ext cx="914400" cy="2743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2697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−100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60720" y="272491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Crash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3108960"/>
            <a:ext cx="914400" cy="274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−0.3/step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760720" y="3136392"/>
            <a:ext cx="2651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Moteurs allumés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02 — CONCEPTS RL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Concepts RL de Base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63040" y="77724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Observer l'État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L'environnement envoie 8 valeurs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(position, vitesse, angle, jambes)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017520" y="16916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24612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43400" y="77724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4340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375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Choisir une 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L'agent décide quelle action effectuer (0 à 3)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897880" y="1691640"/>
            <a:ext cx="228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126480" y="960120"/>
            <a:ext cx="26517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223760" y="777240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237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1792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Recevoir la Récompense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46304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L'environnement retourne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le score et l'état suivant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060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292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MDP — Markov Decision Process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3017520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L'état suivant dépend uniquement de l'état actuel et de l'action choisie — pas du passé. C'est la propriété de Markov. LunarLander-v3 respecte cette propriété : les 8 valeurs suffisent pour décider.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2606040"/>
            <a:ext cx="411480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6974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Q-value et Équation de Bellman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0175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 Q-value Q*(s,a) = récompense totale cumulée attendue si on choisit l'action a dans l'état s, puis qu'on fait l'action la plus optimale. Elle a une propriété récursive : les 8 valeurs d'état sont suffisantes pour décider.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29200" y="3547872"/>
            <a:ext cx="3474720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54787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3460"/>
                </a:solidFill>
              </a:rPr>
              <a:t>Q*(s,a) = r + γ × max Q*(s', a')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5 / 15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03 — Q-LEARNING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Q-Learning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789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Principe : stocker les Q-valeurs dans une table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 range directement la valeur dans la table à chaque step. Pas de gradient, pas de rétropropagation.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94360" y="1737360"/>
            <a:ext cx="3657600" cy="411480"/>
          </a:xfrm>
          <a:prstGeom prst="rect">
            <a:avLst/>
          </a:prstGeom>
          <a:solidFill>
            <a:srgbClr val="F0F9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373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F3460"/>
                </a:solidFill>
              </a:rPr>
              <a:t>erreur = target_q − current_q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F3460"/>
                </a:solidFill>
              </a:rPr>
              <a:t>q_table[s][a] += lr × erreur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00584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Problème : les états sont continus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37160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On corrige en discrétisant la table à chaque step. Avec 6 niveaux par dimension, il y a une infinité de discrétisations de grilles.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737360"/>
            <a:ext cx="3749040" cy="411480"/>
          </a:xfrm>
          <a:prstGeom prst="rect">
            <a:avLst/>
          </a:prstGeom>
          <a:solidFill>
            <a:srgbClr val="FFF0F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7373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94560"/>
                </a:solidFill>
              </a:rPr>
              <a:t>{8: [0, 1, 2, ...] → 13, 2, ...} = &gt;  discretize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51460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2606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Résultats obtenus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" y="29077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Score moyen ≈ −50 à 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L'agent survit mais n'atterrit pas régulièrement.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2514600"/>
            <a:ext cx="40233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2514600"/>
            <a:ext cx="402336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2606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</a:rPr>
              <a:t>Limite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09160" y="290779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La discrétisation perd de l'information. Deux états presque identiques (±0.10 en x) peuvent tomber dans deux discrétisations différentes → Q-valeurs indépendantes, pas de généralisation.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 — AGENT DQN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DQN — Principe Général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457200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Architecture du réseau MLP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463040"/>
            <a:ext cx="822960" cy="1645920"/>
          </a:xfrm>
          <a:prstGeom prst="rect">
            <a:avLst/>
          </a:prstGeom>
          <a:solidFill>
            <a:srgbClr val="0F3460">
              <a:alpha val="85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Entrée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8 états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554480" y="22860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0" y="1463040"/>
            <a:ext cx="822960" cy="1645920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Couche 1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128 ReLU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651760" y="22860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26080" y="1463040"/>
            <a:ext cx="822960" cy="1645920"/>
          </a:xfrm>
          <a:prstGeom prst="rect">
            <a:avLst/>
          </a:prstGeom>
          <a:solidFill>
            <a:srgbClr val="A855F7">
              <a:alpha val="85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Couche 2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128 ReLU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749040" y="2286000"/>
            <a:ext cx="1828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1463040"/>
            <a:ext cx="822960" cy="1645920"/>
          </a:xfrm>
          <a:prstGeom prst="rect">
            <a:avLst/>
          </a:prstGeom>
          <a:solidFill>
            <a:srgbClr val="E94560">
              <a:alpha val="85000"/>
            </a:srgbClr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9202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Sortie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 Q-values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4360" y="32461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Pourquoi ReLU ?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49300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Sans ReLU, empiler des couches Linéaires revient à une seule couche : la non-linéarité → l'agent peut apprendre des comportements complexes.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12080" y="1005840"/>
            <a:ext cx="35661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349240" y="1097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Pourquoi pas de Relu en sortie ?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49240" y="141732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Les Q-values peuvent être négatives (−100 pour un crash). ReLU couperait tout ce qui est &lt; 0. L'agent ne pourrait plus apprendre qu'une action est mauvaise.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49240" y="224028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Entrée → Sortie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349240" y="2542032"/>
            <a:ext cx="32918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49240" y="2542032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i="1" dirty="0">
                <a:solidFill>
                  <a:srgbClr val="0F3460"/>
                </a:solidFill>
              </a:rPr>
              <a:t>state[8] → Q_values[4]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49240" y="30632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E293B"/>
                </a:solidFill>
              </a:rPr>
              <a:t>action = argmax(Q_values)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349240" y="340156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On choisit l'action dont la Q-value est maximale.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 — AGENT DQN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DQN — Les 3 Composants Clés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960120"/>
            <a:ext cx="265176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3040" y="777240"/>
            <a:ext cx="457200" cy="4572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4560"/>
                </a:solidFill>
              </a:rPr>
              <a:t>Epsilon-greedy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463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4560"/>
                </a:solidFill>
              </a:rPr>
              <a:t>Quoi ?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Choisir une action aléatoire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(exploration) avec prob. epsilon, sinon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prendre argmax Q (exploitation).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02920" y="2468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94560"/>
                </a:solidFill>
              </a:rPr>
              <a:t>Pourquoi ?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02920" y="27249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epsilon = 1.0 → 100% aléatoire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Décroît × 0.995 par épisode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Progressivement fait confiance à ce qu'il sait.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960120"/>
            <a:ext cx="265176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777240"/>
            <a:ext cx="457200" cy="45720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4340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Replay Buffer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83280" y="1463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Quoi ?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383280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Mémoire qui stocke les transitions.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Capacité : 50 000 entrées. À chaque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step, on tire 64 transitions au hasard.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2468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855F7"/>
                </a:solidFill>
              </a:rPr>
              <a:t>Pourquoi ?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383280" y="27249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Sans buffer, on apprend sur données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corrélées → instable. Le tirage aléatoire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casse la corrélation temporelle.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126480" y="960120"/>
            <a:ext cx="26517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960120"/>
            <a:ext cx="265176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777240"/>
            <a:ext cx="457200" cy="4572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777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109728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Target Network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263640" y="1463040"/>
            <a:ext cx="502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Quoi ?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263640" y="171907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Copie figée de q_net pour calculer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les cibles. Mise à jour toutes 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100 steps (hard update).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63640" y="246888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F3460"/>
                </a:solidFill>
              </a:rPr>
              <a:t>Pourquoi ?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63640" y="2724912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Sans target_net, la cible bouge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à chaque step → l'agent chasse une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cible mouvante. Instable.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8 / 15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04 — AGENT DQN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Boucle d'Entraînement DQN (train.py)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47472" cy="3474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60120" y="10424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Reset l'environnement → nouvelle partie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0936" y="135331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0" name="Shape 8"/>
          <p:cNvSpPr/>
          <p:nvPr/>
        </p:nvSpPr>
        <p:spPr>
          <a:xfrm>
            <a:off x="457200" y="1554480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5910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Choisit une action avec epsilon-greedy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30936" y="190195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4" name="Shape 12"/>
          <p:cNvSpPr/>
          <p:nvPr/>
        </p:nvSpPr>
        <p:spPr>
          <a:xfrm>
            <a:off x="457200" y="210312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13969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Exécute l'action, reçoit reward et obs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30936" y="245059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18" name="Shape 16"/>
          <p:cNvSpPr/>
          <p:nvPr/>
        </p:nvSpPr>
        <p:spPr>
          <a:xfrm>
            <a:off x="457200" y="2651760"/>
            <a:ext cx="347472" cy="3474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268833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Stocke la transition dans le replay buffer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" y="299923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2" name="Shape 20"/>
          <p:cNvSpPr/>
          <p:nvPr/>
        </p:nvSpPr>
        <p:spPr>
          <a:xfrm>
            <a:off x="457200" y="3200400"/>
            <a:ext cx="347472" cy="34747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2369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Tire 64 transitions → calcule Q prédite et cible → optimizer.step()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0936" y="354787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26" name="Shape 24"/>
          <p:cNvSpPr/>
          <p:nvPr/>
        </p:nvSpPr>
        <p:spPr>
          <a:xfrm>
            <a:off x="457200" y="3749040"/>
            <a:ext cx="347472" cy="347472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60120" y="378561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Toutes les 100 steps → copie q_net dans target_net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30936" y="4096512"/>
            <a:ext cx="0" cy="201168"/>
          </a:xfrm>
          <a:prstGeom prst="line">
            <a:avLst/>
          </a:prstGeom>
          <a:noFill/>
          <a:ln w="12700">
            <a:solidFill>
              <a:srgbClr val="94A3B8"/>
            </a:solidFill>
            <a:prstDash val="sysDash"/>
          </a:ln>
        </p:spPr>
      </p:sp>
      <p:sp>
        <p:nvSpPr>
          <p:cNvPr id="30" name="Shape 28"/>
          <p:cNvSpPr/>
          <p:nvPr/>
        </p:nvSpPr>
        <p:spPr>
          <a:xfrm>
            <a:off x="457200" y="4297680"/>
            <a:ext cx="347472" cy="347472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297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60120" y="433425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Si épisode terminé → logger CSV, décroître ε, recommencer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4360" y="4690872"/>
            <a:ext cx="7955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</a:rPr>
              <a:t>ε × 0.995 per episode  •  min ε = 0.01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— RÉSULTATS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Résultats Obtenus</a:t>
            </a:r>
            <a:endParaRPr lang="en-US" sz="2000" dirty="0"/>
          </a:p>
        </p:txBody>
      </p:sp>
      <p:pic>
        <p:nvPicPr>
          <p:cNvPr id="6" name="Image 0" descr="/home/claude/dqn_perform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5029200" cy="2651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657600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</a:rPr>
              <a:t>Figure 1 — Mean return lissé (50 ep) + IC 95% sur 5 seeds. Convergence ~épisode 700.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5669280" y="960120"/>
            <a:ext cx="31089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1051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Progression de l'entraînement — Seed 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06440" y="1417320"/>
            <a:ext cx="640080" cy="2286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806440" y="141732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Ep 0−100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6492240" y="1417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−219 à −76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806440" y="16733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L'agent tombe immédiatement, epsilon élevé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5806440" y="1984248"/>
            <a:ext cx="640080" cy="228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06440" y="1984248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Ep 100−300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92240" y="198424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−76 à +3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5806440" y="22402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L'agent survit parfois, timeout fréquents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5806440" y="2551176"/>
            <a:ext cx="640080" cy="2286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06440" y="2551176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Ep ~400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6492240" y="25511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</a:rPr>
              <a:t>+255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5806440" y="280720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1er atterrissage ! Le DQN commence à exploiter ses connaissances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5806440" y="3118104"/>
            <a:ext cx="64008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06440" y="311810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Ep 700−1000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492240" y="311810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+200 à +280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806440" y="337413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Score ≥ 200, 100 ep., mean = 0.02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5806440" y="3685032"/>
            <a:ext cx="64008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806440" y="36850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Ep 1000+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492240" y="368503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+270 à +302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806440" y="394106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Agent stable, crashes rares epsilon = 0.02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— RÉSULTATS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Comparaison avec les Baselines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1965960" cy="3566160"/>
          </a:xfrm>
          <a:prstGeom prst="rect">
            <a:avLst/>
          </a:prstGeom>
          <a:solidFill>
            <a:srgbClr val="F8F9FA"/>
          </a:solidFill>
          <a:ln w="19050">
            <a:solidFill>
              <a:srgbClr val="94A3B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</a:rPr>
              <a:t>Baselines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Random Policy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4A3B8"/>
                </a:solidFill>
              </a:rPr>
              <a:t>~−150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548640" y="2212848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04288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Actions aléatoires. Pas d'apprentissage. L'agent crashe presque immédiatement. Utile pour se donner plein de bonnes idées.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514600" y="1005840"/>
            <a:ext cx="1965960" cy="3566160"/>
          </a:xfrm>
          <a:prstGeom prst="rect">
            <a:avLst/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514600" y="1005840"/>
            <a:ext cx="196596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06040" y="10972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97316"/>
                </a:solidFill>
              </a:rPr>
              <a:t>Baselines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60604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Heuristique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0604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97316"/>
                </a:solidFill>
              </a:rPr>
              <a:t>~−50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2697480" y="2212848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2304288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Règles à la main basées sur la physique. Fonctionne mieux que le random mais les règles sont trop simples.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63440" y="1005840"/>
            <a:ext cx="1965960" cy="3566160"/>
          </a:xfrm>
          <a:prstGeom prst="rect">
            <a:avLst/>
          </a:prstGeom>
          <a:solidFill>
            <a:srgbClr val="EFF6FF"/>
          </a:solidFill>
          <a:ln w="19050">
            <a:solidFill>
              <a:srgbClr val="0F346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1005840"/>
            <a:ext cx="196596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0972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3460"/>
                </a:solidFill>
              </a:rPr>
              <a:t>Simple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Q-Learning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3460"/>
                </a:solidFill>
              </a:rPr>
              <a:t>~−50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4846320" y="2212848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304288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Table Q avec discrétisation. Apprend par expérience mais perd point par point à la discrétisation. Comparable à l'heuristique.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12280" y="1005840"/>
            <a:ext cx="1965960" cy="3566160"/>
          </a:xfrm>
          <a:prstGeom prst="rect">
            <a:avLst/>
          </a:prstGeom>
          <a:solidFill>
            <a:srgbClr val="F0FDF4"/>
          </a:solidFill>
          <a:ln w="19050">
            <a:solidFill>
              <a:srgbClr val="22C5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12280" y="1005840"/>
            <a:ext cx="19659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03720" y="1097280"/>
            <a:ext cx="1783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C55E"/>
                </a:solidFill>
              </a:rPr>
              <a:t>Avancé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03720" y="132588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2E"/>
                </a:solidFill>
              </a:rPr>
              <a:t>DQN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03720" y="16916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2C55E"/>
                </a:solidFill>
              </a:rPr>
              <a:t>≥ 200</a:t>
            </a:r>
            <a:endParaRPr lang="en-US" sz="2200" dirty="0"/>
          </a:p>
        </p:txBody>
      </p:sp>
      <p:sp>
        <p:nvSpPr>
          <p:cNvPr id="32" name="Shape 30"/>
          <p:cNvSpPr/>
          <p:nvPr/>
        </p:nvSpPr>
        <p:spPr>
          <a:xfrm>
            <a:off x="6995160" y="2212848"/>
            <a:ext cx="16002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2304288"/>
            <a:ext cx="1783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Réseau de neurones + replay buffer + target network. Converge vers une politique stable. Dépasse l'objectif du projet.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05 — ÉVALUATION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Évaluation Formelle de l'Agent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Protocole d'évaluation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1481328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481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0120" y="1490472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Charger le modèle .pt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73736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Poids entraînés chargés avec torch.load(). Le réseau est mis en mode q_net.eval() — pas de dropout, pas de gradient.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94360" y="2231136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2311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60120" y="224028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Epsilon = 0 (déterministe)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60120" y="2487168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Aucune action aléatoire. L'agent choisit toujours argmax(Q_values). On mesure ce qu'il a vraiment appris, pas sa chance.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2980944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80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299008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100 épisodes consécutifs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60120" y="3236976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Chaque épisode part d'une seed différente (seed + episode) pour tester des configurations variées, tout en restant reproductible.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3730752"/>
            <a:ext cx="274320" cy="274320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60120" y="373989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Logger terminated vs truncated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3986784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crash / landing / out-of-view / timeout — distinctions exigées par le sujet.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100584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05840"/>
            <a:ext cx="402336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Métriques calculées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9160" y="1444752"/>
            <a:ext cx="155448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147218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Mean return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782312" y="160020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</a:rPr>
              <a:t>&gt;= 200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492240" y="1444752"/>
            <a:ext cx="155448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65392" y="147218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Std / IC 95%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6565392" y="160020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± CI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901952"/>
            <a:ext cx="155448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82312" y="192938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% épisodes &gt;= 200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4782312" y="205740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&gt; 50%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492240" y="1901952"/>
            <a:ext cx="1554480" cy="320040"/>
          </a:xfrm>
          <a:prstGeom prst="rect">
            <a:avLst/>
          </a:prstGeom>
          <a:solidFill>
            <a:srgbClr val="F8F9FA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65392" y="1929384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</a:rPr>
              <a:t>Min / Max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565392" y="2057400"/>
            <a:ext cx="14173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</a:rPr>
              <a:t>distrib.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0" y="2788920"/>
            <a:ext cx="402336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572000" y="2788920"/>
            <a:ext cx="402336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Raisons de fin d'épisode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709160" y="3218688"/>
            <a:ext cx="777240" cy="21945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218688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landing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559552" y="3236976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terminated=True, reward &gt;= 0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635240" y="323697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~80%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09160" y="3547872"/>
            <a:ext cx="777240" cy="219456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3547872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crash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5559552" y="356616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terminated=True, reward &lt; 0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7635240" y="356616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94560"/>
                </a:solidFill>
              </a:rPr>
              <a:t>~5%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709160" y="3877056"/>
            <a:ext cx="777240" cy="21945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3877056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out-of-view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559552" y="389534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truncated=True, hors cadre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635240" y="389534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97316"/>
                </a:solidFill>
              </a:rPr>
              <a:t>~2%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709160" y="4206240"/>
            <a:ext cx="77724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4206240"/>
            <a:ext cx="777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timeout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5559552" y="42245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truncated=True, 1000 steps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7635240" y="422452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~13%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solidFill>
            <a:srgbClr val="F0FDF4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4782312"/>
            <a:ext cx="7955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Critère de succès : mean return &gt;= 200 sur 100 épisodes consécutifs  —  Usage : python eval.py --all_seeds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06 — INGÉNIERIE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Ingénierie du Projet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05840"/>
            <a:ext cx="3931920" cy="54864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Config YAML par run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Aucune constante codée en dur. Chaque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paramètre vit dans base.yaml : env,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94360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lr, gamma, seeds, buffer_capacity...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05840"/>
            <a:ext cx="393192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115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</a:rPr>
              <a:t>Tests unitaires (4 tests)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4630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test_q_network_forward → shape (1,4)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test_select_action → action ∈ {0,1,2,3}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800600" y="20116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test_replay_buffer → shapes (64,8) OK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00600" y="22860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test_target_network_update → target_q shape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25603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560320"/>
            <a:ext cx="3931920" cy="54864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5 seeds × IC 95%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bash run_seeds.sh → lance 5 trainings en série.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94360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Chaque seed produit un CSV et un fichier .pt.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plot_seeds.py génère mean ± CI visualisations.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560320"/>
            <a:ext cx="39319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2560320"/>
            <a:ext cx="393192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6700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Vidéos + logs + artefacts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30175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RecordVideo → vidéos .mp4 par épisode.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00600" y="32918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CSV : episode, total_return, length,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00600" y="356616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epsilon, mean_loss, termination_reason.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"/>
            <a:ext cx="1280160" cy="256032"/>
          </a:xfrm>
          <a:prstGeom prst="roundRect">
            <a:avLst>
              <a:gd name="adj" fmla="val 17857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07 — LIMITES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Limites &amp; Plan d'Amélioration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94560"/>
                </a:solidFill>
              </a:rPr>
              <a:t>Ce qui ne marche pas parfaitement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1463040"/>
            <a:ext cx="7315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813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Crashes résiduels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37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L'agent crashe parfois même après convergence. Epsilon = 0.02 force 2% d'exploration aléatoire.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4360" y="2194560"/>
            <a:ext cx="7315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128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Q-Learning limité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Score plafonne à −50. La discrétisation perd de l'information → pas de généralisation entre états.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2926080"/>
            <a:ext cx="7315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443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Pas testé avec vent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32004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enable_wind=False. Ce n'est pas testée et l'agent ne gère pas les perturbations externes.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94360" y="3657600"/>
            <a:ext cx="73152" cy="50292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675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Surestimation DQN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9319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DQN classique peut surestimer les Q-values. Problème connu, corrigé par Double DQN.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0916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Plan d'amélioration basé sur les données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1463040"/>
            <a:ext cx="73152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4813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Double DQN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1737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Utiliser deux réseaux pour sélectionner et évaluer l'action cible, éliminant le biais de surestimation des Q-values.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9160" y="2194560"/>
            <a:ext cx="73152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21284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Test avec enable_wind=True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24688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Mesurer la tolérance de l'agent aux perturbations. Si score chute de &gt; l'agent doit être ré-entraîné.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73152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94436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Prioritized Experience Replay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2004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Échantillonner les transitions les plus informatives plutôt qu'au hasard → convergence plus rapide.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709160" y="3657600"/>
            <a:ext cx="73152" cy="5029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67588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</a:rPr>
              <a:t>Augmenter n_episodes à 2000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3931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Les résultats montrent que l'agent progresse encore à l'épisode 990. Plus d'épisodes → meilleur score final.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412480" y="484632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F3460">
              <a:alpha val="70000"/>
            </a:srgbClr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69680" y="0"/>
            <a:ext cx="274320" cy="514350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097280" cy="457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43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Ce que j'ai implémenté en tant que Personne B 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54864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54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Agent Q-Learning avec discrétisation — baseline avancée (−50 à 100)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21992"/>
            <a:ext cx="54864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240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Agent DQN : MLP 8→128→128→4, replay buffer, target network, epsilon-greedy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07792"/>
            <a:ext cx="54864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Entraînement sur 5 seeds — courbe mean ± IC 95% — score ≥ 200 atteint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593592"/>
            <a:ext cx="54864" cy="411480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4 tests unitaires, config YAML, 25 vidéos, logs CSV complets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7548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B5563"/>
                </a:solidFill>
              </a:rPr>
              <a:t>G-AIA-401 Start Trek  —  Epitech  —  BCH PROMO 2029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 Trek — Reinforcement Learning Lunar Lander</dc:title>
  <dc:subject>PptxGenJS Presentation</dc:subject>
  <dc:creator>Epitech BCH PROMO 2029</dc:creator>
  <cp:lastModifiedBy>Epitech BCH PROMO 2029</cp:lastModifiedBy>
  <cp:revision>1</cp:revision>
  <dcterms:created xsi:type="dcterms:W3CDTF">2026-05-22T11:34:05Z</dcterms:created>
  <dcterms:modified xsi:type="dcterms:W3CDTF">2026-05-22T11:34:05Z</dcterms:modified>
</cp:coreProperties>
</file>